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" Target="slides/slide1.xml" /><Relationship Id="rId2" Type="http://schemas.openxmlformats.org/officeDocument/2006/relationships/slideMaster" Target="slideMasters/slideMaster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type="blank">
  <p:cSld name="Blank">
    <p:spTree/>
  </p:cSld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/>
  </p:cSld>
  <p:sldLayoutIdLst>
    <p:sldLayoutId id="2147483649" r:id="rId1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0" type="title"/>
          </p:nvPr>
        </p:nvSpPr>
        <p:spPr>
          <a:xfrm>
            <a:off x="731520" y="365760"/>
            <a:ext cx="7680960" cy="640080"/>
          </a:xfrm>
          <a:prstGeom prst="rect">
            <a:avLst/>
          </a:prstGeom>
        </p:spPr>
        <p:txBody>
          <a:bodyPr/>
          <a:lstStyle/>
          <a:p>
            <a:r>
              <a:rPr lang="en-US" sz="2400" b="1"/>
              <a:t>Template Title</a:t>
            </a:r>
          </a:p>
        </p:txBody>
      </p:sp>
    </p:spTree>
  </p:cSld>
</p:sld>
</file>